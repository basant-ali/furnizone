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01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project name, your team, and that this is your graduation project — a full-stack furniture e-commerce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10-second preview of the story: problem, solution, architecture, features, security, and what you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Furnizone in one sentence, then walk through the four core technology choices before diving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points that motivated the project — keep this grounded in real online furniture-shopping frustrations.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these problems are worth solving — furniture is a high-consideration purchase, so trust and usability matter more than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Furnizone as the direct answer to each problem raised on the previous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the team aimed to achieve technically and functionally — this frames the rest of the technical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describe who uses the platform and how their needs differ — shoppers vs. returning customers vs.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30,000-foot view. Explain that Angular, the API, and MongoDB are three separate, independently deployable pieces communicating over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flagship feature (catalog/search) since that was flagged as the standout capability, then cover the supporting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a real user session end to end, noting where authentication kicks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Angular project structure — components, services, routing, and how interceptors handle auth tokens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top-to-bottom through the layered backend: Controllers receive requests, Services hold logic, Repositories talk to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MongoDB fits this domain — flexible product attributes, no rigid schema, and references instead of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few representative endpoints, then walk through the numbered request flow on the right to explain the full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slide to slow down on — walk through each of the five steps in the JWT flow, and call out the security practices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run through the stack — this slide is mostly for reference, don't over-explain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deployment split: Vercel handles the Angular frontend, the .NET API is hosted separately and talks to MongoDB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specific here — pick 1-2 of these to talk about in more depth with a real anecdote from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vision, not promises — these are the logical next steps if development continued.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highlight reel — deliver these with confidence, they are the proof points for your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story full circle: restate the problem in one line, then the solution,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and open the floor. Be ready to go deeper on the architecture, database schema, or security flow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141B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E4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furnizone/icons/box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72191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697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Furnizone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e-commerce platform for furniture — built on Angular, ASP.NET Web API, and MongoDB.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5029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Sabir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Basant Ali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943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Amr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91840" y="5943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Fatema Mohamed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Graduation Project  •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furnizone/icons/target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48840" y="18562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1854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furniture shopping needed a better platform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42616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layers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8986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7523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148840" y="27523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148840" y="30815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frontend, API, and database work together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538728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66674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furnizone/icons/grid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79476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6484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148840" y="36484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User Journey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148840" y="3977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cart, checkout, and admin tools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furnizone/icons/shield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69087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544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2148840" y="45445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Technology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2148840" y="48737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the stack behind Furnizone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533095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40080" y="545896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/home/claude/furnizone/icons/trending_2563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5586984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5440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214884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What's Next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2148840" y="57698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the roadmap ahead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Furnizone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 is a full-stack e-commerce web application built for browsing and purchasing furniture online — designed and engineered end-to-end as a graduation project spanning frontend, backend, database, and deployment.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furnizone/icons/layout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335927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191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0" y="30632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023360" y="324612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server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517" y="33592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91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" y="4104046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furnizone/icons/database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" y="44108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553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0" y="411480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023360" y="429768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furnizone/icons/cloud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517" y="44108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916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709160" y="4553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315200" y="169164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68096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REAL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680960" y="2450592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800100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— not a template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680960" y="3227832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0010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secured with JWT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680960" y="4005072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800100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 data modeling in MongoDB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7680960" y="4782312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00100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frontend on Vercel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Furniture Online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Still Frustrating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624328"/>
            <a:ext cx="621792" cy="62179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alert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7797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87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Cluttered, generic storefronts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9900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furniture sites bury products behind slow, unfocused catalogs.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23317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2624328"/>
            <a:ext cx="621792" cy="62179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search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7797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587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search &amp; filtering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9900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struggle to narrow down by category, price, or style.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544568"/>
            <a:ext cx="621792" cy="62179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monitor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7000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07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experience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4910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mobile journeys often feel like two different products.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2519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4544568"/>
            <a:ext cx="621792" cy="62179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furnizone/icons/lock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7000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07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afterthought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910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checkout data isn't always handled with modern safeguards.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Higher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They 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a considered, high-value purchase. A confusing or untrustworthy online experience doesn't just lose a sale — it loses the customer permanently.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purchases carry more financial weight than typical e-commerce items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3291840"/>
            <a:ext cx="0" cy="2011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friction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4343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abandon carts quickly when navigation or checkout feels clunky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3291840"/>
            <a:ext cx="0" cy="2011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9552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= trust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55280" y="4343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secure, responsive storefront signals credibility instantly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Furnizone: Furniture Shopping,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the Right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furnizone/icons/gri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610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catalog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8163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browsing with real search and filtering that surfaces the right pieces fast.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24688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furnizone/icons/mob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212" y="261061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devices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03720" y="28163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Angular front end delivers the same polished experience everywhere.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furnizone/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48513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6908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protects accounts and checkout from day one.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4343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furnizone/icons/z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212" y="448513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decoupled architecture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03720" y="46908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REST API keeps the frontend and backend independently scalable.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51460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flag_14B8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6563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538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complete storefront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4389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discovery to checkout, covering the full shopping journey.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39312" y="251460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layers_14B8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6563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538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clean architecture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39312" y="4389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concerns across frontend, API, and data layers for maintainability.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382512" y="251460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urnizone/icons/lock_14B8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26563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82512" y="3538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82512" y="4389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accounts and sessions with industry-standard JWT authentication.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96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25712" y="251460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furnizone/icons/trending_14B8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444" y="265633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25712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25712" y="3538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scale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25712" y="4389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technologies (MongoDB, REST API, Vercel) that scale with demand.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80260" y="242316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230" y="26371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Shoppers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buy furniture for their homes with a fast, trustworthy experience.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83580" y="242316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he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50" y="26371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09160" y="40233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favorites to a wishlist and check out quickly on future visits.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486900" y="2423160"/>
            <a:ext cx="822960" cy="8229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setting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6371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Administrators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12480" y="40233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products, categories, and orders through a dedicated admin dashboard.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Furnizone Fits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independently deployable layers, communicating over a secured REST API.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91640" y="3063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furnizone/icons/layou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32232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UI · Deployed on Vercel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60720" y="306324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32232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54880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Auth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82396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829800" y="30632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furnizone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32232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823960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83280" y="3611880"/>
            <a:ext cx="1325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452360" y="3611880"/>
            <a:ext cx="1325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33756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40664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Driver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5800" y="489204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05840" y="523036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234440" y="51389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deployed and scaled independently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005840" y="552297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234440" y="543153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authenticated via JWT bearer tokens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1005840" y="581558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1234440" y="572414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schema-light data model suited to a growing catalog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Shoppers Can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4460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Catalog, Search &amp; Filters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5420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Furnizone — a fast, filterable catalog by category, price, and style, so shoppers find the right piece in seconds.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5256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FEATURE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96112" y="40507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cart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18338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96112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and review items before checkout.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83280" y="3794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39312" y="40507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furnizone/icons/heart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418338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3931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39312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favorite products for later.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26480" y="3794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82512" y="40507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furnizone/icons/settings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83380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251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82512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products, categories, and orders.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869680" y="3794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125712" y="40507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furnizone/icons/lock_2563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4183380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2571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125712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login and registration.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Browsing to Checkout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0140" y="30175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gri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177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76856" y="370332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496312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76372" y="3017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31775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04872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69464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33088" y="370332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52544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32604" y="3017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urnizone/icons/box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1775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61104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425696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89320" y="370332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08776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688836" y="3017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furnizone/icons/c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31775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17336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281928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845552" y="370332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065008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545068" y="3017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furnizone/icons/c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317754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73568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13816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701784" y="370332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921240" y="2743200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401300" y="3017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furnizone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317754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29800" y="3886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9994392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4008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after "Add to Cart" requires authentication — protecting order and payment data end-to-end.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Angular, Structured for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48256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layout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854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29514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reusable UI — product cards, cart, nav, forms.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96112" y="3099816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refresh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236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00200" y="33467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state, and business logic, injected via DI.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4151376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branch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2885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Module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43982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navigation between catalog, cart, and account views.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5202936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furnizone/icons/shield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3400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&amp; Interceptors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00200" y="54498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JWT tokens and protect authenticated routes.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315200" y="187452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6809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680960" y="265176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973568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components stay easy to test and reuse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680960" y="347472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973568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centralize API logic — no duplicated fetch code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80960" y="429768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973568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auto-attach JWT tokens to every request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680960" y="512064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973568" y="4983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catches integration errors before runtime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Layered ASP.NET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874520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38528" y="2020824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monito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1579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97480" y="22951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HTTP requests &amp; responses, define API routes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2734056"/>
            <a:ext cx="0" cy="1097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7360" y="2862072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38528" y="3008376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settin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688" y="31455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953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32826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validation, workflows, orchestration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3721608"/>
            <a:ext cx="0" cy="1097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737360" y="3849624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938528" y="3995928"/>
            <a:ext cx="548640" cy="54864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urnizone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688" y="41330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97480" y="3941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697480" y="4270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— talks to MongoDB collections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80760" y="4709160"/>
            <a:ext cx="0" cy="1097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2697480" y="4928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2697480" y="5257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documents — products, users, orders, carts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top-down; each layer only talks to the one directly below it.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Modeling in MongoDB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 uses a schema-flexible, document-oriented model — collections map naturally to how the app thinks about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084832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furnizone/icons/box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1488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price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4672" y="31455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" y="32004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images[]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4672" y="36027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" y="36576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quantity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52928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852928" y="2148840"/>
            <a:ext cx="2084832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furnizone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22402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1488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017520" y="27432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017520" y="31455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017520" y="32004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017520" y="36027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36576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customer / admin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65776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065776" y="2148840"/>
            <a:ext cx="2084832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/home/claude/furnizone/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24028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22976" y="21488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230368" y="27432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slug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230368" y="31455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230368" y="32004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category (optional)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278624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278624" y="2148840"/>
            <a:ext cx="2084832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/home/claude/furnizone/icons/c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24028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35824" y="21488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443216" y="27432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(ref)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443216" y="31455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443216" y="32004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[{productId, qty}]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9491472" y="21488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9491472" y="2148840"/>
            <a:ext cx="2084832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/home/claude/furnizone/icons/c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9488" y="224028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948672" y="214884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9656064" y="27432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(ref)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9656064" y="31455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9656064" y="32004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items[], total, status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9656064" y="3602736"/>
            <a:ext cx="17556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9656064" y="365760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address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Carts reference Users and Products by ID — relationships are resolved in the application layer rather than via SQL joins.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Predictable, RESTful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675120" cy="3675888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93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0" y="2093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92040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2532888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5328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search &amp; filter products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953512"/>
            <a:ext cx="6309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/api/products/{id}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4495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3044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30266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465576"/>
            <a:ext cx="6309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538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355701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3557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3538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update the cart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6309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0" y="406908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0" y="4069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40507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489704"/>
            <a:ext cx="6309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562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458114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0" y="4581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4562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issue JWT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5001768"/>
            <a:ext cx="6309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/api/admin/products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0" y="5093208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0" y="5093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92040" y="5074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catalog (admin only)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1965960"/>
            <a:ext cx="3886200" cy="3675888"/>
          </a:xfrm>
          <a:prstGeom prst="roundRect">
            <a:avLst>
              <a:gd name="adj" fmla="val 2488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552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55280" y="265176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552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0" y="2633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request + JWT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55280" y="3218688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9552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67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validates token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55280" y="3785616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9552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6676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routes to Service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55280" y="435254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552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66760" y="4334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Repository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955280" y="4919472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955280" y="4919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6676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returns data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955280" y="548640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55280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36676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sent back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Every Session with JWT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57300" y="2404872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users_14B8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5648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sent to /api/auth/login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51176" y="3063240"/>
            <a:ext cx="32689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914650" y="21488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31870" y="2404872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furnizone/icons/key_14B8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25648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2321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validates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0609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checks credentials against MongoDB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825746" y="3063240"/>
            <a:ext cx="32689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189220" y="21488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806440" y="2404872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urnizone/icons/lock_14B8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56489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9778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8066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token is generated and returned to the client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100316" y="3063240"/>
            <a:ext cx="32689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63790" y="21488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81010" y="2404872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furnizone/icons/monitor_14B8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0" y="256489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235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5523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stores the token and attaches it to requests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374886" y="3063240"/>
            <a:ext cx="32689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9738360" y="21488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0355580" y="2404872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furnizone/icons/shield_14B8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256489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82980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middleware verifies the token on every protected route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40080" y="480060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60120" y="5029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/home/claude/furnizone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5120640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6304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— never stored in plain text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572000" y="5029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furnizone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512064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7492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expire and must be refreshed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/home/claude/furnizone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5120640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68680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claims (customer / admin) embedded in the token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3060" y="21762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layou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3362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— component-based SPA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64992" y="19202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47972" y="21762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3362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02152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application logic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89904" y="19202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72884" y="21762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3362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27064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framework (.NET)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814816" y="19202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797796" y="21762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furnizone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16" y="23362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51976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51976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40080" y="405079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623060" y="430682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furnizone/icons/ke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080" y="4466844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5074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77240" y="54041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 tokens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364992" y="405079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347972" y="430682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furnizone/icons/clou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992" y="4466844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02152" y="5074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02152" y="54041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 &amp; deployment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089904" y="405079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072884" y="430682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/home/claude/furnizone/icons/branc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2904" y="4466844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27064" y="5074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227064" y="54041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814816" y="405079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9797796" y="430682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/home/claude/furnizone/icons/monitor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7816" y="4466844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51976" y="5074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8951976" y="54041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documentation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Frontend &amp; Backend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8346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994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Vercel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65760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07008" y="35387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from Git on every push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0120" y="425196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07008" y="41330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for fast static asset delivery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484632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07008" y="47274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HTTPS and preview deployments per branch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25146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55080" y="28346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furnizone/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9946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ASP.NET API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355080" y="3657600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601968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independently from the Angular frontend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55080" y="4251960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01968" y="4133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MongoDB Atlas over a secured connection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55080" y="4846320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601968" y="4727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to trust only the Vercel frontend origin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4028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layers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3820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03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relations in a document DB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orders, users, and products without SQL-style joins required careful reference design.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19088" y="224028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branch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3820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203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communication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Vercel-hosted Angular app to a separately hosted API meant getting CORS and environment configs right.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3891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key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530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525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lifecycle management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4892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JWT expiry and refresh cleanly on the client without disrupting the user experience.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19088" y="438912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furnizone/icons/search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45308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525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performance at scale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4892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catalog search and filtering fast as the product collection grows.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37360" y="3200400"/>
            <a:ext cx="86868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7632" y="3090672"/>
            <a:ext cx="219456" cy="219456"/>
          </a:xfrm>
          <a:prstGeom prst="ellipse">
            <a:avLst/>
          </a:prstGeom>
          <a:solidFill>
            <a:srgbClr val="14B8A6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furnizone/icons/c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17602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807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Stripe or PayPal for real transactions.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37360" y="2148840"/>
            <a:ext cx="0" cy="9418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23232" y="3090672"/>
            <a:ext cx="219456" cy="219456"/>
          </a:xfrm>
          <a:prstGeom prst="ellipse">
            <a:avLst/>
          </a:prstGeom>
          <a:solidFill>
            <a:srgbClr val="14B8A6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12920" y="3657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furnizone/icons/st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940" y="38176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424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&amp; ratings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44240" y="4864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customers rate and review purchases.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32960" y="3310128"/>
            <a:ext cx="0" cy="3474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418832" y="3090672"/>
            <a:ext cx="219456" cy="219456"/>
          </a:xfrm>
          <a:prstGeom prst="ellipse">
            <a:avLst/>
          </a:prstGeom>
          <a:solidFill>
            <a:srgbClr val="14B8A6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08520" y="16002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furnizone/icons/activit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540" y="17602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98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39840" y="2807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 for placed orders.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528560" y="2148840"/>
            <a:ext cx="0" cy="9418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314432" y="3090672"/>
            <a:ext cx="219456" cy="219456"/>
          </a:xfrm>
          <a:prstGeom prst="ellipse">
            <a:avLst/>
          </a:prstGeom>
          <a:solidFill>
            <a:srgbClr val="14B8A6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104120" y="3657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furnizone/icons/refre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38176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35440" y="4864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session security further.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10424160" y="3310128"/>
            <a:ext cx="0" cy="3474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13332" y="2468880"/>
            <a:ext cx="768096" cy="7680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37" y="266858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and database engineered from scratch.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56532" y="2468880"/>
            <a:ext cx="768096" cy="7680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furnizone/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237" y="266858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411480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protecting every user session.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99732" y="2468880"/>
            <a:ext cx="768096" cy="7680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furnizone/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437" y="266858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Catalog Experience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411480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search, filtering, cart, and wishlist.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9680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742932" y="2468880"/>
            <a:ext cx="768096" cy="7680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furnizone/icons/clou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637" y="266858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98280" y="411480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shipped and accessible via Vercel.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Furnizone: A Complete,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Shopping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out to fix a cluttered, inconsistent furniture-shopping experience — and built a focused, secure, full-stack platform to prove it's solvable.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438912" cy="43891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urnizone/icons/grid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558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2644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product discovery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813048"/>
            <a:ext cx="438912" cy="43891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furnizone/icons/layers_2563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227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8313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architecture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379976"/>
            <a:ext cx="438912" cy="43891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furnizone/icons/lock_2563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48970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3982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authentication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946904"/>
            <a:ext cx="438912" cy="43891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/home/claude/furnizone/icons/cloud_2563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05663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9651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deployed layers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406640" y="2148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/>
          <a:effectLst>
            <a:outerShdw blurRad="1270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006840" y="25146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home/claude/furnizone/icons/box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4320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89520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Furnizone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7680960" y="4206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to product — a graduation project built like production software.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141B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84368" y="128016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furnizone/icons/box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08" y="14859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32808" y="4206240"/>
            <a:ext cx="2926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98168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Sabir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92728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Basant Ali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87288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Amr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81848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Fatema Mohamed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FURNIZONE  •  SOFTWARE ENGINEERING GRADUATION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2108</Words>
  <Application>Microsoft Office PowerPoint</Application>
  <PresentationFormat>Widescreen</PresentationFormat>
  <Paragraphs>405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2021035</cp:lastModifiedBy>
  <cp:revision>2</cp:revision>
  <dcterms:created xsi:type="dcterms:W3CDTF">2026-07-10T19:20:12Z</dcterms:created>
  <dcterms:modified xsi:type="dcterms:W3CDTF">2026-07-10T19:24:44Z</dcterms:modified>
</cp:coreProperties>
</file>